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BeatDetector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알고리즘 상세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BeatDetector 버전 특성 상세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V0: Envelope-based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25880"/>
            <a:ext cx="8595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• 입력: 3채널 Envelope (Low/Mid/Full)</a:t>
            </a:r>
            <a:br/>
            <a:r>
              <a:t>• ODF: Multi-band Flux + Local Norm-Mean (배경 평균 제거)</a:t>
            </a:r>
            <a:br/>
            <a:r>
              <a:t>• BPM 추정: DBN (Dynamic Bayesian Network) + 8-seed Comb filter</a:t>
            </a:r>
            <a:br/>
            <a:r>
              <a:t>• 한계: 비표준 BPM(74/117.5/126/147.7) 미감지, 30-60% BPM 오차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560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V1: PCM IIR ODF (librosa 충실 재현)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971800"/>
            <a:ext cx="8595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• 입력: PCM 샘플 → IIR 필터로 실시간 Envelope 생성</a:t>
            </a:r>
            <a:br/>
            <a:r>
              <a:t>• ODF: Multi-band Flux (동일) + Dense Autocorrelation Sweep</a:t>
            </a:r>
            <a:br/>
            <a:r>
              <a:t>• BPM 추정: 모든 Lag에 대해 log-normal prior 직접 곱셈 (prior = exp(-0.5*(log2(bpm/120)/1octave)²))</a:t>
            </a:r>
            <a:br/>
            <a:r>
              <a:t>• 개선: 반박자 오류 방지 (halfTempoRatio=0.60), 세그먼트 DP Fallback 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2062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V2: Streaming Dual ODF (FFT 기반 고정확도)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617720"/>
            <a:ext cx="8595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23232"/>
                </a:solidFill>
              </a:defRPr>
            </a:pPr>
            <a:r>
              <a:t>• 입력: 오디오 파일 직접 스트리밍 MediaCodec 디코딩</a:t>
            </a:r>
            <a:br/>
            <a:r>
              <a:t>• ODF: Dual ODF (odfTempo / odfTrack)</a:t>
            </a:r>
            <a:br/>
            <a:r>
              <a:t>  - odfTempo: 모든 밴드의 Flux 합 (BPM 추정용)</a:t>
            </a:r>
            <a:br/>
            <a:r>
              <a:t>  - odfTrack: 밴드별 가중 Flux (Kick 1.5배, 보컬 1.0배, Hi-hat 0.5배)</a:t>
            </a:r>
            <a:br/>
            <a:r>
              <a:t>• FFT: 2048-point Hann window, Mel-scale 24 band filterbank (27.5Hz~16kHz)</a:t>
            </a:r>
            <a:br/>
            <a:r>
              <a:t>• Phase Tracking: Gaussian window + phase bonus (anchorFrame 기반 위상 안정화)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ODF (Onset Detection Function) 생성 로직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V0/V1: Multi-band Flux ODF 생성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8595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1단계: 3채널 각각 ODF 계산 (Low/Mid/Full)</a:t>
            </a:r>
            <a:br/>
            <a:r>
              <a:t>  for each channel: [Moving Average] → [Positive Diff] → [Local Normalize Max] → odf_channel</a:t>
            </a:r>
            <a:br/>
            <a:br/>
            <a:r>
              <a:t>2단계: 채널별 가중 결합</a:t>
            </a:r>
            <a:br/>
            <a:r>
              <a:t>  combined[i] = low_flux[i] × 1.0 + mid_flux[i] × 1.8 + full_flux[i] × 0.8</a:t>
            </a:r>
            <a:br/>
            <a:br/>
            <a:r>
              <a:t>3단계: Local Normalize Mean (배경 제거 + 정규화)</a:t>
            </a:r>
            <a:br/>
            <a:r>
              <a:t>  • 1차 처리: bgRemoved[i] = max(0, signal[i] - local_mean) [window=GLOBAL_NORM_WINDOW(80)]</a:t>
            </a:r>
            <a:br/>
            <a:r>
              <a:t>  • 2차 정규화: output[i] = bgRemoved[i] / local_max [0~1 범위]</a:t>
            </a:r>
            <a:br/>
            <a:r>
              <a:t>  • 결과: ODF 값 0~1 범위로 정규화된 Onset Detection Function</a:t>
            </a:r>
            <a:br/>
            <a:br/>
            <a:r>
              <a:t>핵심: Local mean 제거로 배경 노이즈 감소, Local max 정규화로 피크 추적 안정화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V2: Streaming Dual ODF (FFT 기반)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0"/>
            <a:ext cx="8595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Streaming 처리: Ring buffer (FFT_SIZE=2048) + Hann window + FFT 실시간 분석</a:t>
            </a:r>
            <a:br/>
            <a:br/>
            <a:r>
              <a:t>• Mel-scale Filterbank: 24개 밴드, log-spacing (27.5Hz~16kHz)</a:t>
            </a:r>
            <a:br/>
            <a:r>
              <a:t>  각 밴드: log(1 + 1000×magnitude) → 로그 압축</a:t>
            </a:r>
            <a:br/>
            <a:br/>
            <a:r>
              <a:t>• Dual ODF 계산 (매 프레임):</a:t>
            </a:r>
            <a:br/>
            <a:r>
              <a:t>  - odfTempo: Σ(max(0, curBand[b] - prevBand_neighbors)) for all bands</a:t>
            </a:r>
            <a:br/>
            <a:r>
              <a:t>  - odfTrack: Σ(max(0, curBand[b] - prevBand_neighbors) × weight[b])</a:t>
            </a:r>
            <a:br/>
            <a:r>
              <a:t>    * weight[b]: Kick(b≤5): 1.5, Mid: 1.0, Hi-hat(b≥16): 0.5</a:t>
            </a:r>
            <a:br/>
            <a:br/>
            <a:r>
              <a:t>• 정규화: normTempo = odfTempo / max(odfTempo)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위상 추정 (Phase Estimation) 로직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estimatePhaseFromOdf(): Comb Filter 기반 위상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8595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23232"/>
                </a:solidFill>
              </a:defRPr>
            </a:pPr>
            <a:r>
              <a:t>목적: beatMs 주기에 맞춘 최적의 시작 위상 찾기 (비트 격자 정렬)</a:t>
            </a:r>
            <a:br/>
            <a:br/>
            <a:r>
              <a:t>알고리즘:</a:t>
            </a:r>
            <a:br/>
            <a:r>
              <a:t>  1. fpb = beatMs / hopMs  (frame per beat, 한 박자의 프레임 수)</a:t>
            </a:r>
            <a:br/>
            <a:r>
              <a:t>  </a:t>
            </a:r>
            <a:br/>
            <a:r>
              <a:t>  2. 위상별 스코어 계산 (0 ≤ ph &lt; fpb):</a:t>
            </a:r>
            <a:br/>
            <a:r>
              <a:t>     score[ph] = sum(odf[ph], odf[ph+fpb], odf[ph+2*fpb], ...)</a:t>
            </a:r>
            <a:br/>
            <a:r>
              <a:t>     → 각 위상에서 시작해 beatMs 간격으로 더한 값</a:t>
            </a:r>
            <a:br/>
            <a:r>
              <a:t>  </a:t>
            </a:r>
            <a:br/>
            <a:r>
              <a:t>  3. 최고 스코어 위상 선택:</a:t>
            </a:r>
            <a:br/>
            <a:r>
              <a:t>     bestPhase = argmax(score[ph])</a:t>
            </a:r>
            <a:br/>
            <a:r>
              <a:t>  </a:t>
            </a:r>
            <a:br/>
            <a:r>
              <a:t>  4. 시간 변환:</a:t>
            </a:r>
            <a:br/>
            <a:r>
              <a:t>     phaseMs = bestPhase × hopMs</a:t>
            </a:r>
            <a:br/>
            <a:br/>
            <a:r>
              <a:t>효과:</a:t>
            </a:r>
            <a:br/>
            <a:r>
              <a:t>  • 비트 격자에 자연스럽게 정렬되는 위상 선택</a:t>
            </a:r>
            <a:br/>
            <a:r>
              <a:t>  • 강한 비트가 나타나는 위치에 시작점 설정</a:t>
            </a:r>
            <a:br/>
            <a:r>
              <a:t>  • DP 동적 계획법이 정확한 위상에 수렴하도록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303520"/>
            <a:ext cx="8595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V1/V2의 dpBeatTracker()에서 anchorMs로 사용됨:</a:t>
            </a:r>
            <a:br/>
            <a:r>
              <a:t>• anchorFrame = anchorMs / hopMs로 변환</a:t>
            </a:r>
            <a:br/>
            <a:r>
              <a:t>• DP 초기화 시 p==0 또는 p==anchorFrame을 '자유 시작점'으로 취급</a:t>
            </a:r>
            <a:br/>
            <a:r>
              <a:t>• anchorFrame 근처에서 chain 시작 가능 → Dynamite/TOMBOY 같은 곡의 위상 오류 방지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BPM 추정 로직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V0 (DBN)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V1 (Dense Autocorr)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V2 (Dense + Harmonic)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DBN (8-seed)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Autocorr sweep + Log-normal prior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Autocorr + Top5 + Half/Double tempo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Lag 스캔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8개 fixed BPM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모든 Lag (연속)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모든 Lag (연속)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Prior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log-normal (중심 120BPM)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log-normal (중심 120BPM)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log-normal + 스냅 분석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반박자 방지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없음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halfTempoRatio=0.60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halfTempoRatio=0.70 + doubleTempoRatio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566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V0 DBN (Dynamic Bayesian Network)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0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• State machine: 각 BPM에 대해 위치(phase) 추적</a:t>
            </a:r>
            <a:br/>
            <a:r>
              <a:t>• Transition cost: exp(-100 × |newBPM/oldBPM - 1|) [가만한 BPM 변화만 허용]</a:t>
            </a:r>
            <a:br/>
            <a:r>
              <a:t>• Observation: P(beat|odf), P(nonbeat|odf) 확률</a:t>
            </a:r>
            <a:br/>
            <a:r>
              <a:t>• Viterbi forward pass: 최적 경로 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303520"/>
            <a:ext cx="8595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V1/V2 Dense Autocorrelation: 모든 lag에 대해 직접 점수 계산</a:t>
            </a:r>
            <a:br/>
            <a:r>
              <a:t>• 더 정확하고 빠름, V0의 8-seed 고정값 문제 해결</a:t>
            </a:r>
            <a:br/>
            <a:r>
              <a:t>• Half-tempo 검사: halfLag = bestLag/2 에서 autocorr이 ≥60% 이상이면 빠른 BPM 선택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DP Beat Tracker: 동적 계획법 기반 비트 추적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Dynamic Programming 비트 추적 알고리즘 (Ellis 방식):</a:t>
            </a:r>
            <a:br/>
            <a:br/>
            <a:r>
              <a:t>1. Local Score 계산 (각 시점의 비트 가능성):</a:t>
            </a:r>
            <a:br/>
            <a:r>
              <a:t>   gaussWin[k] = exp(-0.5 × (i × 32/fpb)²)  [Gaussian window, fpb = beatMs/hopMs]</a:t>
            </a:r>
            <a:br/>
            <a:r>
              <a:t>   localscore[t] = Σ gaussWin[k] × odf[t - fpb + k]</a:t>
            </a:r>
            <a:br/>
            <a:br/>
            <a:r>
              <a:t>2. Cumulative Score DP (동적 계획):</a:t>
            </a:r>
            <a:br/>
            <a:r>
              <a:t>   cumscore[t] = localscore[t] + max(cumscore[p] - penalty[p→t])</a:t>
            </a:r>
            <a:br/>
            <a:r>
              <a:t>   </a:t>
            </a:r>
            <a:br/>
            <a:r>
              <a:t>   penalty[p→t] = tightness × ln²(lag/fpb)</a:t>
            </a:r>
            <a:br/>
            <a:r>
              <a:t>   • tightness=100: 강한 주기성 강제 (lag 변동 최소화)</a:t>
            </a:r>
            <a:br/>
            <a:r>
              <a:t>   • log-penalty: BPM 급격한 변화 방지</a:t>
            </a:r>
            <a:br/>
            <a:br/>
            <a:r>
              <a:t>3. Backtracking (최적 경로 추적):</a:t>
            </a:r>
            <a:br/>
            <a:r>
              <a:t>   (1) 최고 cumscore[t]를 종료점으로 선택</a:t>
            </a:r>
            <a:br/>
            <a:r>
              <a:t>   (2) prev[] 배열 역추적 → 비트 시간 복원</a:t>
            </a:r>
            <a:br/>
            <a:r>
              <a:t>   (3) Trim: 저 점수 구간 제거 (시작/끝 노이즈 제거)</a:t>
            </a:r>
            <a:br/>
            <a:br/>
            <a:r>
              <a:t>V2 개선점:</a:t>
            </a:r>
            <a:br/>
            <a:r>
              <a:t>  • Phase Bonus: anchorFrame 근처에서 localscore에 1.0~1.2배 부스트</a:t>
            </a:r>
            <a:br/>
            <a:r>
              <a:t>    distanceToGrid = abs(t - anchorFrame) % fpb</a:t>
            </a:r>
            <a:br/>
            <a:r>
              <a:t>    phaseBonus = 1.0 + 0.2 × (1 - distanceToGrid / (fpb/4))</a:t>
            </a:r>
            <a:br/>
            <a:r>
              <a:t>  → anchorFrame(comb-phase 추정 위상) 근처 비트 강화, 위상 안정화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