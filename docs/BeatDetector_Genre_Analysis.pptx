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6C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K-POP 세부 장르 분류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비트 정확도 분석 (33곡)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500"/>
              </a:spcBef>
              <a:spcAft>
                <a:spcPts val="500"/>
              </a:spcAft>
              <a:defRPr sz="3200" b="1">
                <a:solidFill>
                  <a:srgbClr val="FFFFFF"/>
                </a:solidFill>
              </a:defRPr>
            </a:pPr>
            <a:r>
              <a:t>개선된 장르 분류 현황 (33곡)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9900"/>
                </a:solidFill>
              </a:defRPr>
            </a:pPr>
            <a:r>
              <a:t>K-POP을 Dance/Pop/Ballad로 세분화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8229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287382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장르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곡수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비율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특징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r>
                        <a:rPr sz="900"/>
                        <a:t>K-POP - Dance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에너지 넘치는 댄스곡 (BLACKPINK, aespa, Stray Kids)</a:t>
                      </a:r>
                    </a:p>
                  </a:txBody>
                  <a:tcPr/>
                </a:tc>
              </a:tr>
              <a:tr h="287382">
                <a:tc>
                  <a:txBody>
                    <a:bodyPr/>
                    <a:lstStyle/>
                    <a:p>
                      <a:r>
                        <a:rPr sz="900"/>
                        <a:t>K-POP - Pop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8곡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24.2%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중간 템포 팝곡 (아일릿, 셀럽리티)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r>
                        <a:rPr sz="900"/>
                        <a:t>K-POP - Ballad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감성 발라드곡 (사랑했다, Let's go see the stars)</a:t>
                      </a:r>
                    </a:p>
                  </a:txBody>
                  <a:tcPr/>
                </a:tc>
              </a:tr>
              <a:tr h="287382">
                <a:tc>
                  <a:txBody>
                    <a:bodyPr/>
                    <a:lstStyle/>
                    <a:p>
                      <a:r>
                        <a:rPr sz="900"/>
                        <a:t>POP (Western)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7곡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21.2%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팝/일렉트로닉 (Charlie Puth, Ed Sheeran)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287382">
                <a:tc>
                  <a:txBody>
                    <a:bodyPr/>
                    <a:lstStyle/>
                    <a:p>
                      <a:r>
                        <a:rPr sz="900"/>
                        <a:t>CLASSICAL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클래식 (Bach)</a:t>
                      </a:r>
                    </a:p>
                  </a:txBody>
                  <a:tcPr/>
                </a:tc>
              </a:tr>
              <a:tr h="287388">
                <a:tc>
                  <a:txBody>
                    <a:bodyPr/>
                    <a:lstStyle/>
                    <a:p>
                      <a:r>
                        <a:rPr sz="900"/>
                        <a:t>Others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1곡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3.0%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기타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</a:defRPr>
            </a:pPr>
            <a:r>
              <a:t>K-POP 세부 장르별 F-Measure 평균 (madmom 기준)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4114800"/>
          <a:ext cx="82296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1148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장르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V1 평균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V2 평균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개선도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평가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900"/>
                        <a:t>🎵 K-POP Dance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+0.024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⭐⭐⭐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900"/>
                        <a:t>🎵 K-POP Pop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0.905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0.879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+-0.026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⭐⭐⭐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900"/>
                        <a:t>🎵 K-POP Ballad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+0.131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⭐⭐⭐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900"/>
                        <a:t>🎤 POP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0.805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0.885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+0.080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⭐⭐⭐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900"/>
                        <a:t>🎼 CLASSICAL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0.283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-0.686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❌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500"/>
              </a:spcBef>
              <a:spcAft>
                <a:spcPts val="500"/>
              </a:spcAft>
              <a:defRPr sz="3200" b="1">
                <a:solidFill>
                  <a:srgbClr val="FFFFFF"/>
                </a:solidFill>
              </a:defRPr>
            </a:pPr>
            <a:r>
              <a:t>🎵 K-POP - Dance 곡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9900"/>
                </a:solidFill>
              </a:defRPr>
            </a:pPr>
            <a:r>
              <a:t>K-POP - Dance: 9곡 (madmom 기준)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371600"/>
          <a:ext cx="85953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50292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곡 제목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V1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V2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Grade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5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LE SSERAFIM(르세라핌) 'SPAGHETTI' (4K)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0.846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0.944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S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50"/>
                        <a:t>2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ILLIT(아일릿) 'It's Me' (4K)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0.989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0.987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5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aespa 에스파 'Next Level' MV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0.801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0.840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S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50"/>
                        <a:t>4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aespa 에스파 'Supernova' MV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0.915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0.763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A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5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BLACKPINK - '뛰어(JUMP)' MV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0.941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0.927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S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50"/>
                        <a:t>6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Stray Kids 神메뉴(God's Menu) MV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0.947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0.942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5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TOMBOY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0.653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0.927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S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50"/>
                        <a:t>8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BLACKPINK - 'Kill This Love' MV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0.979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0.979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85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Soda Pop Official Lyric Video KPop 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0.994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0.968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500"/>
              </a:spcBef>
              <a:spcAft>
                <a:spcPts val="500"/>
              </a:spcAft>
              <a:defRPr sz="3200" b="1">
                <a:solidFill>
                  <a:srgbClr val="FFFFFF"/>
                </a:solidFill>
              </a:defRPr>
            </a:pPr>
            <a:r>
              <a:t>🎵 K-POP - Pop 곡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9900"/>
                </a:solidFill>
              </a:defRPr>
            </a:pPr>
            <a:r>
              <a:t>K-POP - Pop: 8곡 (madmom 기준)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371600"/>
          <a:ext cx="85953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55880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곡 제목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V1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V2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Grade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85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ILLIT (아일릿) 'Lucky Girl Syndrome' O..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0.967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0.971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S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850"/>
                        <a:t>2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Almond Chocolate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0.981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0.999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85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IYKYK (If You Know You Know)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0.883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0.998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S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850"/>
                        <a:t>4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Celebrity (Celebrity)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0.995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0.595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C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85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Pimple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0.618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0.984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S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850"/>
                        <a:t>6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Tick-Tack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0.953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0.988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85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Magnetic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0.976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0.525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C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850"/>
                        <a:t>8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Good Goodbye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0.870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0.971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500"/>
              </a:spcBef>
              <a:spcAft>
                <a:spcPts val="500"/>
              </a:spcAft>
              <a:defRPr sz="3200" b="1">
                <a:solidFill>
                  <a:srgbClr val="FFFFFF"/>
                </a:solidFill>
              </a:defRPr>
            </a:pPr>
            <a:r>
              <a:t>🎵 K-POP - Ballad 곡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9900"/>
                </a:solidFill>
              </a:defRPr>
            </a:pPr>
            <a:r>
              <a:t>K-POP - Ballad: 7곡 (madmom 기준)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371600"/>
          <a:ext cx="85953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62865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곡 제목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V1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V2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Grade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85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ILLIT (아일릿) 'Cherish (My Love)' Dan..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0.684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0.668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B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850"/>
                        <a:t>2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02_Magnetic_ILLIT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0.470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0.739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A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85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모든 날, 모든 순간 Every day, Every Moment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0.960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S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850"/>
                        <a:t>4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Let's go see the stars (별 보러 가자)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0.970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0.954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85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iKON - '사랑을 했다(LOVE SCENARIO)' MV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0.937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0.989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S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850"/>
                        <a:t>6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Midnight Fiction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0.944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0.968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85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Entrance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0.439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500"/>
              </a:spcBef>
              <a:spcAft>
                <a:spcPts val="500"/>
              </a:spcAft>
              <a:defRPr sz="3200" b="1">
                <a:solidFill>
                  <a:srgbClr val="FFFFFF"/>
                </a:solidFill>
              </a:defRPr>
            </a:pPr>
            <a:r>
              <a:t>🎤 Western POP 곡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9900"/>
                </a:solidFill>
              </a:defRPr>
            </a:pPr>
            <a:r>
              <a:t>POP: 7곡 (madmom 기준)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371600"/>
          <a:ext cx="85953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62865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곡 제목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V1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V2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Grade</a:t>
                      </a:r>
                    </a:p>
                  </a:txBody>
                  <a:tcPr>
                    <a:solidFill>
                      <a:srgbClr val="0066CC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85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Charlie Puth - Attention [Official 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0.922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0.971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S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850"/>
                        <a:t>2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I'll Like You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0.977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0.993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85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My World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0.971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0.974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S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850"/>
                        <a:t>4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Attention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0.921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0.915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85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Golden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0.695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0.775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A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850"/>
                        <a:t>6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Ed Sheeran - Shape of You (Official..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0.253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0.577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/>
                        <a:t>C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85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Dynamite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0.895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0.988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/>
                        <a:t>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500"/>
              </a:spcBef>
              <a:spcAft>
                <a:spcPts val="500"/>
              </a:spcAft>
              <a:defRPr sz="3200" b="1">
                <a:solidFill>
                  <a:srgbClr val="FFFFFF"/>
                </a:solidFill>
              </a:defRPr>
            </a:pPr>
            <a:r>
              <a:t>K-POP 세부 장르별 성능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097280"/>
            <a:ext cx="85953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23232"/>
                </a:solidFill>
              </a:defRPr>
            </a:pPr>
            <a:r>
              <a:t>📊 K-POP 세부 장르별 성능 분석:</a:t>
            </a:r>
            <a:br/>
            <a:br/>
            <a:r>
              <a:t>💃 K-POP Dance (9곡, 27.3%)</a:t>
            </a:r>
            <a:br/>
            <a:r>
              <a:t>   V1: 89.6%  →  V2: 92.0%  (개선 +2.4%)</a:t>
            </a:r>
            <a:br/>
            <a:r>
              <a:t>   특징: 높은 에너지, 강한 비트 → 매우 높은 정확도</a:t>
            </a:r>
            <a:br/>
            <a:r>
              <a:t>   최고: Supernova (V2=0.763), Kill This Love (V2=0.979)</a:t>
            </a:r>
            <a:br/>
            <a:r>
              <a:t>   S등급 달성: 8곡</a:t>
            </a:r>
            <a:br/>
            <a:r>
              <a:t>   권장: V2 매우 강력 권장 ⭐⭐⭐</a:t>
            </a:r>
            <a:br/>
            <a:br/>
            <a:r>
              <a:t>🎤 K-POP Pop (8곡, 24.2%)</a:t>
            </a:r>
            <a:br/>
            <a:r>
              <a:t>   V1: 90.5%  →  V2: 87.9%  (개선 +-2.6%)</a:t>
            </a:r>
            <a:br/>
            <a:r>
              <a:t>   특징: 중간 템포, 다양한 구조 → 우수한 정확도</a:t>
            </a:r>
            <a:br/>
            <a:r>
              <a:t>   최고: Almond Chocolate (V2=0.999), IYKYK (V2=0.998)</a:t>
            </a:r>
            <a:br/>
            <a:r>
              <a:t>   S등급 달성: 6곡</a:t>
            </a:r>
            <a:br/>
            <a:r>
              <a:t>   도전: Celebrity (V2=0.595)</a:t>
            </a:r>
            <a:br/>
            <a:r>
              <a:t>   권장: V2 권장 ⭐⭐⭐</a:t>
            </a:r>
            <a:br/>
            <a:br/>
            <a:r>
              <a:t>🎼 K-POP Ballad (7곡, 21.2%)</a:t>
            </a:r>
            <a:br/>
            <a:r>
              <a:t>   V1: 77.2%  →  V2: 90.3%  (개선 +13.1%)</a:t>
            </a:r>
            <a:br/>
            <a:r>
              <a:t>   특징: 서정적, 감정 표현 → 가변적 성능</a:t>
            </a:r>
            <a:br/>
            <a:r>
              <a:t>   최고: 모든 날 (V2=1.000, 완벽), Let's go see the stars (V2=0.954)</a:t>
            </a:r>
            <a:br/>
            <a:r>
              <a:t>   S등급 달성: 5곡</a:t>
            </a:r>
            <a:br/>
            <a:r>
              <a:t>   도전: ILLIT Cherish (V2=0.668), Magnetic ILLIT (V2=0.739)</a:t>
            </a:r>
            <a:br/>
            <a:r>
              <a:t>   권장: V2 권장 ⭐⭐⭐</a:t>
            </a:r>
            <a:br/>
            <a:br/>
            <a:r>
              <a:t>🎤 Western POP (7곡, 21.2%)</a:t>
            </a:r>
            <a:br/>
            <a:r>
              <a:t>   V1: 80.5%  →  V2: 88.5%  (개선 +8.0%)</a:t>
            </a:r>
            <a:br/>
            <a:r>
              <a:t>   특징: 다양한 장르 혼합 → 불균일한 결과</a:t>
            </a:r>
            <a:br/>
            <a:r>
              <a:t>   최고: Dynamite (V2=0.988), Attention (V2=0.971)</a:t>
            </a:r>
            <a:br/>
            <a:r>
              <a:t>   도전: Shape of You (V2=0.577, 낮음)</a:t>
            </a:r>
            <a:br/>
            <a:r>
              <a:t>   권장: V2 권장 ⭐⭐⭐</a:t>
            </a:r>
            <a:br/>
            <a:br/>
            <a:r>
              <a:t>🎼 CLASSICAL (1곡, 3.0%)</a:t>
            </a:r>
            <a:br/>
            <a:r>
              <a:t>   결과: 매우 낮음 (V2=0.283)</a:t>
            </a:r>
            <a:br/>
            <a:r>
              <a:t>   권장: 사용하지 말 것 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