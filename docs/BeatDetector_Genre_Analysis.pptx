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0000"/>
                </a:solidFill>
              </a:defRPr>
            </a:pPr>
            <a:r>
              <a:t>BeatDetector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646464"/>
                </a:solidFill>
              </a:defRPr>
            </a:pPr>
            <a:r>
              <a:t>장르별 곡 분류 분석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장르별 분류 현황 (총 32곡)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914400" cy="365760"/>
          </a:xfrm>
          <a:prstGeom prst="rect">
            <a:avLst/>
          </a:prstGeom>
          <a:solidFill>
            <a:srgbClr val="DC354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68880" y="1188720"/>
            <a:ext cx="5486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000" b="1"/>
            </a:pPr>
            <a:r>
              <a:t>K-POP Dance: 16곡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" cy="365760"/>
          </a:xfrm>
          <a:prstGeom prst="rect">
            <a:avLst/>
          </a:prstGeom>
          <a:solidFill>
            <a:srgbClr val="FFC107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68880" y="1828800"/>
            <a:ext cx="5486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000" b="1"/>
            </a:pPr>
            <a:r>
              <a:t>K-POP Pop: 9곡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468880"/>
            <a:ext cx="914400" cy="365760"/>
          </a:xfrm>
          <a:prstGeom prst="rect">
            <a:avLst/>
          </a:prstGeom>
          <a:solidFill>
            <a:srgbClr val="28A745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468880"/>
            <a:ext cx="5486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000" b="1"/>
            </a:pPr>
            <a:r>
              <a:t>K-POP Ballad: 2곡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914400" cy="365760"/>
          </a:xfrm>
          <a:prstGeom prst="rect">
            <a:avLst/>
          </a:prstGeom>
          <a:solidFill>
            <a:srgbClr val="007B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3108960"/>
            <a:ext cx="5486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000" b="1"/>
            </a:pPr>
            <a:r>
              <a:t>POP: 3곡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749040"/>
            <a:ext cx="914400" cy="365760"/>
          </a:xfrm>
          <a:prstGeom prst="rect">
            <a:avLst/>
          </a:prstGeom>
          <a:solidFill>
            <a:srgbClr val="6C757D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3749040"/>
            <a:ext cx="5486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000" b="1"/>
            </a:pPr>
            <a:r>
              <a:t>CLASSICAL: 1곡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389120"/>
            <a:ext cx="914400" cy="365760"/>
          </a:xfrm>
          <a:prstGeom prst="rect">
            <a:avLst/>
          </a:prstGeom>
          <a:solidFill>
            <a:srgbClr val="6F42C1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4389120"/>
            <a:ext cx="5486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>
              <a:defRPr sz="2000" b="1"/>
            </a:pPr>
            <a:r>
              <a:t>Other: 1곡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DC3545"/>
                </a:solidFill>
              </a:defRPr>
            </a:pPr>
            <a:r>
              <a:t>K-POP Dance (16곡)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1. LE SSERAFIM SPAGHETTI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1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2. ILLIT It's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3. aespa Next 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4. aespa Supernova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5. BLACKPINK JUMP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6. I'll Like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7. Stray Kids God's Menu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8. Golden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9. Soda Pop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7763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10. BLACKPINK Kill This Love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7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11. Midnight Fiction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1771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12. ILLIT Lucky Girl Syndrome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3775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13. Magnetic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5779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14. IYKYK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57783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15. ILLIT Cherish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9787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16. Tick-Tack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C107"/>
                </a:solidFill>
              </a:defRPr>
            </a:pPr>
            <a:r>
              <a:t>K-POP Pop (9곡)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1. My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1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2. Almond Chocolate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3. Attention (뉴진스)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4. Celebrity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5. Pimple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6. Entrance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7. Good Goodbye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8. TOMBOY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9. iKON Love Scenario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28A745"/>
                </a:solidFill>
              </a:defRPr>
            </a:pPr>
            <a:r>
              <a:t>K-POP Ballad (2곡)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1. 모든 날 모든 순간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1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2. Let's go see the stars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7BFF"/>
                </a:solidFill>
              </a:defRPr>
            </a:pPr>
            <a:r>
              <a:t>POP (3곡)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1. Charlie Puth -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1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2. Ed Sheeran - Shape of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3. Dynamite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6C757D"/>
                </a:solidFill>
              </a:defRPr>
            </a:pPr>
            <a:r>
              <a:t>CLASSICAL (1곡)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1. Bach Brandenburg Concerto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6F42C1"/>
                </a:solidFill>
              </a:defRPr>
            </a:pPr>
            <a:r>
              <a:t>Other (1곡)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800"/>
            </a:pPr>
            <a:r>
              <a:t>1. The_Drum_cover_by_COOMO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최종 통계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 algn="ctr">
              <a:lnSpc>
                <a:spcPct val="150000"/>
              </a:lnSpc>
              <a:defRPr sz="2000"/>
            </a:pPr>
            <a:r>
              <a:t>K-POP: 27곡 (K-POP Dance 16 + K-POP Pop 9 + K-POP Ballad 2)</a:t>
            </a:r>
            <a:br/>
            <a:r>
              <a:t>기타: 5곡 (POP 3 + CLASSICAL 1 + Other 1)</a:t>
            </a:r>
            <a:br/>
            <a:br/>
            <a:r>
              <a:t>총 32곡</a:t>
            </a:r>
            <a:br/>
            <a:br/>
            <a:r>
              <a:t>생성 날짜: 2026-06-23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