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장르별 비트 정확도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분석 리포트 (33곡 전체)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장르별 곡 분류 현황 (33곡)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900"/>
                </a:solidFill>
              </a:defRPr>
            </a:pPr>
            <a:r>
              <a:t>33곡을 4개 장르로 분류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장르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곡수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특징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K-POP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BLACKPINK, 아일릿, aespa, Stray Kids, iKON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POP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24.2%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Charlie Puth, Ed Sheeran, Good Goodbye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Next Level, Magnetic, Midnight Fiction, Entrance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/>
                        <a:t>CLASSICAL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Bach - Brandenburg Concerto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장르별 F-Measure 평균 (madmom 기준)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0233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장르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 평균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 평균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개선도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평가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/>
                        <a:t>K-POP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⭐⭐⭐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/>
                        <a:t>POP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0.813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0.895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+0.082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⭐⭐⭐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/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⭐⭐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/>
                        <a:t>CLASSICAL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0.969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0.283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-0.686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❌ 낮음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900"/>
                        <a:t>전체 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+-0.134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⭐⭐⭐⭐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🎵 K-POP 곡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K-POP: 18곡 (madmom 기준)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4114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50292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곡 제목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LE SSERAFIM(르세라핌) 'SPAGHETTI' (4K)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ILLIT(아일릿) 'It's Me' (4K)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aespa 에스파 'Supernova'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BLACKPINK - '뛰어(JUMP)' MV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0.941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ILLIT (아일릿) 'Lucky Girl Syndrome' O..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Almond Chocolate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Stray Kids 神메뉴(God's Menu)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IYKYK (If You Know You Know)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0.883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ILLIT (아일릿) 'Cherish (My Love)' Dan..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B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0" y="1371600"/>
          <a:ext cx="4297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859536"/>
                <a:gridCol w="859536"/>
                <a:gridCol w="859536"/>
                <a:gridCol w="859536"/>
              </a:tblGrid>
              <a:tr h="50292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곡 제목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02_Magnetic_ILLIT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모든 날, 모든 순간 Every day, Every Moment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1.000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Let's go see the stars (별 보러 가자)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TOMBOY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0.653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iKON - '사랑을 했다(LOVE SCENARIO)'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BLACKPINK - 'Kill This Love' MV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Celebrity (Celebrity)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Pimple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0.618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0.984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Tick-Tack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🎵 POP 곡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POP: 8곡 (madmom 기준)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5588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곡 제목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5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Charlie Puth - Attention [Official 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50"/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Good Goodbye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0.870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0.971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5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I'll Like 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50"/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My World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0.971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0.974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5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50"/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Golden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0.695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0.775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5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Ed Sheeran - Shape of You (Official..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850"/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Dynamite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0.895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0.988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🎵 Others (기타) 곡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Others (기타): 6곡 (madmom 기준)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곡 제목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85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aespa 에스파 'Next Level'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850"/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Magnetic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0.976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0.525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85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Midnight Fiction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850"/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Entrance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0.439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1.000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85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The_Drum_cover_by_COOMO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850"/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Soda Pop Official Lyric Video KPop 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0.994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0.968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/>
                        <a:t>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🎵 CLASSICAL 곡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CLASSICAL: 1곡 (madmom 기준)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5146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곡 제목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Grade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r>
                        <a:rPr sz="85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[클래식] Bach Brandenburg Concerto No...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0.283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장르별 성능 분석 및 권장사항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📊 장르별 성능 분석:</a:t>
            </a:r>
            <a:br/>
            <a:br/>
            <a:r>
              <a:t>🎵 K-POP (18곡, 54.5%)</a:t>
            </a:r>
            <a:br/>
            <a:r>
              <a:t>   V1: 87.2%  →  V2: 90.9%  (개선도 +3.7%)</a:t>
            </a:r>
            <a:br/>
            <a:r>
              <a:t>   ✓ 규칙적인 비트, V2에서 매우 높은 정확도</a:t>
            </a:r>
            <a:br/>
            <a:r>
              <a:t>   ✓ 최고: Almond Chocolate (V2=0.999, 거의 완벽)</a:t>
            </a:r>
            <a:br/>
            <a:r>
              <a:t>   ⚠️ 도전: Celebrity (V2=0.595, 낮음) - 특이 구조</a:t>
            </a:r>
            <a:br/>
            <a:br/>
            <a:r>
              <a:t>🎤 POP (8곡, 24.2%)</a:t>
            </a:r>
            <a:br/>
            <a:r>
              <a:t>   V1: 81.3%  →  V2: 89.5%  (개선도 +8.2%)</a:t>
            </a:r>
            <a:br/>
            <a:r>
              <a:t>   ✓ 다양한 비트 패턴, 대부분 우수한 결과</a:t>
            </a:r>
            <a:br/>
            <a:r>
              <a:t>   ✓ 최고: Dynamite, Attention (V2=0.971, 0.915)</a:t>
            </a:r>
            <a:br/>
            <a:r>
              <a:t>   ⚠️ 주의: Shape of You (V2=0.577, 낮음) - 복잡한 구조</a:t>
            </a:r>
            <a:br/>
            <a:br/>
            <a:r>
              <a:t>🎸 Others (6곡, 18.2%)</a:t>
            </a:r>
            <a:br/>
            <a:r>
              <a:t>   V1: 78.4%  →  V2: 81.3%  (개선도 +3.0%)</a:t>
            </a:r>
            <a:br/>
            <a:r>
              <a:t>   ✓ 편차 큼 - 곡 특성에 따라 매우 다름</a:t>
            </a:r>
            <a:br/>
            <a:r>
              <a:t>   ✓ 최고: Entrance (V2=1.000, 완벽)</a:t>
            </a:r>
            <a:br/>
            <a:r>
              <a:t>   ⚠️ 주의: Magnetic (V2=0.525, 낮음) - 악기 구조 복잡</a:t>
            </a:r>
            <a:br/>
            <a:br/>
            <a:r>
              <a:t>🎼 CLASSICAL (1곡, 3.0%)</a:t>
            </a:r>
            <a:br/>
            <a:r>
              <a:t>   V1: 96.9%  →  V2: 28.3%  (악화: -68.6%)</a:t>
            </a:r>
            <a:br/>
            <a:r>
              <a:t>   ❌ 비트 추적 어려움 (명확한 비트 부재)</a:t>
            </a:r>
            <a:br/>
            <a:r>
              <a:t>   ❌ BeatDetector V2는 클래식 부적합</a:t>
            </a:r>
            <a:br/>
            <a:br/>
            <a:r>
              <a:t>💡 최종 권장:</a:t>
            </a:r>
            <a:br/>
            <a:r>
              <a:t>   ✅ V1: 모든 장르에서 적절한 정확도 (70% 이상)</a:t>
            </a:r>
            <a:br/>
            <a:r>
              <a:t>   ✅ V2: K-POP, POP 특히 권장 (80% 이상)</a:t>
            </a:r>
            <a:br/>
            <a:r>
              <a:t>   ❌ CLASSICAL: BeatDetector 사용 불적합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