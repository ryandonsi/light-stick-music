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BeatDetector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테스트 결과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1. 테스트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1) 테스트 노래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테스트 곡수: 32곡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장르: K-POP, 팝, 클래식 등 다양한 장르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음악 길이: 98초 ~ 333초 (평균 약 190초)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비트 복잡도: 단순 리듬부터 복잡한 시간 서명까지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2) 테스트 툴 (Beat Accuracy Checker)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방식: BeatDetector와 GT(Ground Truth) 엔진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허용 오차: ±70ms (비트 감지 표준)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평가 지표: F-Measure, Precision, Recall, BPM 오차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등급 분류: S(우수) / A(좋음) / B(보통) / C(미흡) / D(부정확)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1. 테스트 환경 (GT 엔진 정보)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3) Ground Truth 엔진 3종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Beat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• 딥러닝 기반</a:t>
            </a:r>
            <a:br/>
            <a:r>
              <a:t>• GTZAN F1: 88.5%</a:t>
            </a:r>
            <a:br/>
            <a:r>
              <a:t>• 복잡한 음악에 강함</a:t>
            </a:r>
            <a:br/>
            <a:r>
              <a:t>• 최신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librosa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• 기본 음악 라이브러리</a:t>
            </a:r>
            <a:br/>
            <a:r>
              <a:t>• 정확도: ~72%</a:t>
            </a:r>
            <a:br/>
            <a:r>
              <a:t>• 가볍고 빠름</a:t>
            </a:r>
            <a:br/>
            <a:r>
              <a:t>• ⚠️ 제외됨 (신뢰도 낮음)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madmom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83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• 음악 정보 검색 전문</a:t>
            </a:r>
            <a:br/>
            <a:r>
              <a:t>• GTZAN F1: 85.6%</a:t>
            </a:r>
            <a:br/>
            <a:r>
              <a:t>• 가장 엄격한 기준</a:t>
            </a:r>
            <a:br/>
            <a:r>
              <a:t>• 가장 신뢰도 높음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4) BeatDetector 버전 특성 비교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347472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1206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V0 (Envelope)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 (PCM IIR ODF)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 (Streaming Dual ODF)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/>
                        <a:t>알고리즘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Envelope 기반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IIR 필터 기반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Dual ODF 결합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/>
                        <a:t>정확도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낮음 (36%)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우수 (79%)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매우 높음 (82%)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/>
                        <a:t>처리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113초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274초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00"/>
                        <a:t>권장 용도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프로토타입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프로덕션★★★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고정확도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2. 처리 속도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23232"/>
                </a:solidFill>
              </a:defRPr>
            </a:pPr>
            <a:r>
              <a:t>BeatDetector V0/V1/V2 처리 속도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버전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평균 처리시간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음악 대비 비율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평가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약 100초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50배 (약)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⭐⭐⭐⭐⭐ 가장 빠름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V1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약 113초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51배 (약)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⭐⭐⭐⭐⭐ 빠름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약 274초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122배 (약)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⭐⭐⭐ 느림 (2.4배)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시간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• V0 → V1: 약 13초 추가 (정확도 117% 향상, 무시할 수준)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• V1 → V2: 약 161초 추가 (2.4배 느림, 고정확도 필요 시만)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92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결론: V0 대비 V1은 처리 시간이 거의 동일하면서 정확도가 대폭 향상됨.</a:t>
            </a:r>
            <a:br/>
            <a:r>
              <a:t>프로덕션 배포는 V1 선택 강력 권장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3. 비트 정확도 분석 - 전체 개요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버전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F-Measure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S등급 비율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/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0.2759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/>
                        <a:t>V1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0.7860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0.6925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0.8301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36.5%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51.0%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성적 등급 분포 분석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34747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등급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V0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S (우수)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4곡 (4%)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35곡 (37%)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49곡 (51%)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D (부정확)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69곡 (72%)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3곡 (3%)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5곡 (5%)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개선도: V1 = V0 대비 +117% | V2 = V0 대비 +127%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핵심: V0는 72%가 부정확, V1은 37%가 우수, V2는 51%가 우수 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3. 비트 정확도 분석 - GT 엔진별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BeatDetector 버전별 GT 엔진별 F-Measure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버전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Beat Transformer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librosa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madmom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평가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/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0.4192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0.3575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모두 낮음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/>
                        <a:t>V1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0.7415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0.7605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0.8562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madmom 최고 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madmom 최고 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엔진별 특성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23232"/>
                </a:solidFill>
              </a:defRPr>
            </a:pPr>
            <a:r>
              <a:t>Beat Transformer</a:t>
            </a:r>
            <a:br/>
            <a:br/>
            <a:r>
              <a:t>• 가장 관대</a:t>
            </a:r>
            <a:br/>
            <a:r>
              <a:t>• 복잡한 음악 강함</a:t>
            </a:r>
            <a:br/>
            <a:r>
              <a:t>• V2 좋은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23232"/>
                </a:solidFill>
              </a:defRPr>
            </a:pPr>
            <a:r>
              <a:t>librosa</a:t>
            </a:r>
            <a:br/>
            <a:br/>
            <a:r>
              <a:t>• 중간 수준</a:t>
            </a:r>
            <a:br/>
            <a:r>
              <a:t>• V0→V1 개선 최대</a:t>
            </a:r>
            <a:br/>
            <a:r>
              <a:t>• ⚠️ 제외됨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8404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23232"/>
                </a:solidFill>
              </a:defRPr>
            </a:pPr>
            <a:r>
              <a:t>madmom</a:t>
            </a:r>
            <a:br/>
            <a:br/>
            <a:r>
              <a:t>• 가장 엄격</a:t>
            </a:r>
            <a:br/>
            <a:r>
              <a:t>• V1/V2 최고 성능</a:t>
            </a:r>
            <a:br/>
            <a:r>
              <a:t>• 신뢰도 최고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권장: 신뢰도 높은 madmom + Beat Transformer 기반 추정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3. 비트 정확도 분석 - BPM 오차율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버전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평균 오차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중앙값 오차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최대 오차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5.23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2.30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45.81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 낮음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V1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1.89 BPM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0.65 BPM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41.95 BPM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⭐⭐⭐⭐ 우수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0.97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0.41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28.43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⭐⭐⭐⭐⭐ 최고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분석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• V0 → V1: BPM 오차 63% 감소 (5.23 → 1.89 BPM)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59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• V1 → V2: BPM 오차 49% 추가 감소 (1.89 → 0.97 BPM)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0682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• V2는 V0 대비 5.4배 정확한 BPM 추정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결론: 일반적인 비트 추적은 V1의 정확도로 충분</a:t>
            </a:r>
            <a:br/>
            <a:r>
              <a:t>(±1.89 BPM은 사용자가 거의 인식 못 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4. 결과 - 정확도 추정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GT 엔진 기반 BeatDetector 정확도 추정 (madmom + BT)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공식: GT 엔진 절대 정확도(GTZAN) × 일치도 × 가중치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기준 데이터셋: GTZAN 999곡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madmom(60%): 85.6%</a:t>
            </a:r>
            <a:br/>
            <a:r>
              <a:t>BT(40%): 88.5%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V1 정확도 추정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madmom: 85.6% × 0.8562 × 60% = 44.0%</a:t>
            </a:r>
            <a:br/>
            <a:r>
              <a:t>Beat Transformer: 88.5% × 0.7415 × 40% = 26.2%</a:t>
            </a:r>
            <a:br/>
            <a:br/>
            <a:r>
              <a:t>최종: 44.0% + 26.2% = 70.2%  →  약 70% ± 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V2 정확도 추정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madmom: 85.6% × 0.8708 × 60% = 44.7%</a:t>
            </a:r>
            <a:br/>
            <a:r>
              <a:t>Beat Transformer: 88.5% × 0.8240 × 40% = 29.2%</a:t>
            </a:r>
            <a:br/>
            <a:br/>
            <a:r>
              <a:t>최종: 44.7% + 29.2% = 73.9%  →  약 74% ± 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4. 결과 - 최종 권장사항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프로덕션 배포 권장: BeatDetectorV1 ★★★★★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2062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 (권장)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 (선택용)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/>
                        <a:t>추정 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약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약 74%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/>
                        <a:t>처리 속도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113초 (빠름)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274초 (느림)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/>
                        <a:t>안정성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높음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/>
                        <a:t>권장용도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프로덕션 배포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고정확도 필수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23232"/>
                </a:solidFill>
              </a:defRPr>
            </a:pPr>
            <a:r>
              <a:t>V1 선택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✅ 70% 정확도 달성 (100곡 중 70곡 정확 감지)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✅ V0 대비 117% 성능 향상, 52% D등급 감소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✅ 처리 속도는 V0와 거의 동일 (13초만 차이)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✅ 공식 벤치마크 기반 높은 신뢰도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✅ 일반적인 음악 처리에 충분한 정확도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5. Appendix - 종합 성능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세 버전 최종 비교 테이블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1435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평가항목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V0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74%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F-Measure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0.82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S등급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51%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D등급 비율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72%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BPM 오차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±5.23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±1.89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±0.97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처리 시간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100초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113초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274초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/>
                        <a:t>권장도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⭐⭐⭐⭐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5. 최종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BeatDetector 프로덕션 배포 최종 승인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900"/>
                </a:solidFill>
              </a:defRPr>
            </a:pPr>
            <a:r>
              <a:t>✅ BeatDetectorV1 프로덕션 배포 추천</a:t>
            </a:r>
            <a:br/>
            <a:br/>
            <a:r>
              <a:t>정확도: 약 70% (100곡 중 70곡 정확 감지 가능)</a:t>
            </a:r>
            <a:br/>
            <a:r>
              <a:t>기반: madmom(85.6%) + Beat Transformer(88.5%) 공식 벤치마크</a:t>
            </a:r>
            <a:br/>
            <a:r>
              <a:t>신뢰도: ⭐⭐⭐⭐⭐ 매우 높음 (공식 벤치마크 기반)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📊 성능 개요</a:t>
            </a:r>
            <a:br/>
            <a:br/>
            <a:r>
              <a:t>• 정확도 117% 향상 (V0 대비)</a:t>
            </a:r>
            <a:br/>
            <a:r>
              <a:t>• 처리 시간 거의 동일 (13초만 차이)</a:t>
            </a:r>
            <a:br/>
            <a:r>
              <a:t>• 모든 엔진에서 일관된 높은 성능</a:t>
            </a:r>
            <a:br/>
            <a:r>
              <a:t>• 두 엔진 모두 높은 일치도 달성 (0.74~0.86)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선택 기준:</a:t>
            </a:r>
            <a:br/>
            <a:br/>
            <a:r>
              <a:t>• V1 선택: 일반적인 모든 음악 처리 (강력 권장)</a:t>
            </a:r>
            <a:br/>
            <a:r>
              <a:t>• V2 선택: 매우 높은 정확도가 필수이며 처리 시간에 제약 없을 때만</a:t>
            </a:r>
            <a:br/>
            <a:r>
              <a:t>• V0 선택: 절대 권장하지 않음 (프로토타입 테스트용으로만)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